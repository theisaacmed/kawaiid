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spc="400" kern="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KAWAII DEALER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cozy crime sim where cuteness is contraband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cute items. Restore color to a gray world. Build a kawaii empire.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 •  Three.js  •  Inspired by Schedule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CONCEPT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SETTING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gray, joyless city where an authoritarian force called ACE has banned all cute things. Everything is drab. Color is gone.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TWIST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a criminal — you're a hero. You deal stickers, plushies, and gacha capsules to citizens starving for joy.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MAGIC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literally restores color to the world. Buildings bloom, NPCs light up, the sky brightens. You're visually healing the city.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GAMEPLAY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SCAVENGE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old stickers and plushies in the ruins of the old city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2980" y="1828800"/>
            <a:ext cx="0" cy="320040"/>
          </a:xfrm>
          <a:prstGeom prst="line">
            <a:avLst/>
          </a:prstGeom>
          <a:noFill/>
          <a:ln w="25400">
            <a:solidFill>
              <a:srgbClr val="F472B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products at stations — print stickers, sew plushies, build gacha capsules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2980" y="2743200"/>
            <a:ext cx="0" cy="320040"/>
          </a:xfrm>
          <a:prstGeom prst="line">
            <a:avLst/>
          </a:prstGeom>
          <a:noFill/>
          <a:ln w="25400">
            <a:solidFill>
              <a:srgbClr val="F472B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with 28 unique NPCs who each have preferences, stories, and connections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2980" y="3657600"/>
            <a:ext cx="0" cy="320040"/>
          </a:xfrm>
          <a:prstGeom prst="line">
            <a:avLst/>
          </a:prstGeom>
          <a:noFill/>
          <a:ln w="25400">
            <a:solidFill>
              <a:srgbClr val="F472B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Joy Points, unlock districts, hire help, scale into a cute item empire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PRODUCTS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65176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STARTER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STICKERS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$8–15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concealable, high color spread. NPCs paste them on walls, spreading color further. The gateway product.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651760" cy="73152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PLUSHIES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$20–35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heart. Three-station crafting chain. NPCs react with the most feeling. Bulky — hard to hide from 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ENDGAME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GACHA CAPSULES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E18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$24–40+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capsules with rarity tiers. Customers get addicted to the randomness. Reveal mechanic after sale.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IS THE REWARD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solidFill>
            <a:srgbClr val="2A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buildings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streets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926080"/>
          </a:xfrm>
          <a:prstGeom prst="rect">
            <a:avLst/>
          </a:prstGeom>
          <a:solidFill>
            <a:srgbClr val="1E1E3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Vibrant buildings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Lively NPCs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 bloom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brightens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you make spreads color. At 95% color restoration — you win.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 CHARACTERS WITH STORIES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Nostalgic artist, your first friend. Loves stickers.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Gruff construction worker buying plushies for his unseen daughter.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butterfly and referral hub. Unlocks new customers.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2316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Felix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 gacha collector. Will pay anything for capsules.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Socialite planning a secret colorful masquerade ball.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228600" cy="228600"/>
          </a:xfrm>
          <a:prstGeom prst="ellipse">
            <a:avLst/>
          </a:prstGeom>
          <a:solidFill>
            <a:srgbClr val="E91E8F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Dove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agent inside ACE. Flips the entire game.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+ 22 more characters across 9 districts, each with backstories, affinities, and social connections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ACE ENFORCEMENT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Anti-Cuteness Enforcement — the antagonist force that stays gray even as the world blooms.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checkpoints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 detection cone, 14 unit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and avoid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detect you if carrying items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377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patrols with flashlights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flashlight cone, 16 unit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130% player speed in chase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gameplay — watch for beams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caught: items confiscated, $30 fine, relationships damaged, nearby buildings lose color.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8-RANK PROGRESSION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JOY POINTS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UNLOCKS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Gray Nobody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Starting rank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Peddler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50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Phone, referrals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Dealer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150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Downtown, 10 slots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Supplier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300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Burbs, gacha machine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Smuggler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500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Northtown, Industrial, workshop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Distributor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800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Uptown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Kingpin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1200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Tower, Port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Kawaii Kingpin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1E8F"/>
                          </a:solidFill>
                        </a:rPr>
                        <a:t>2000 JP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ACE HQ, endgame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IT SPECIAL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1 meets Katamari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dealing/tycoon loop of Schedule 1 with the color-restoration joy of Katamari Damacy.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Wholesome crime sim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comedy setup, heartwarming execution. You're a hero disguised as a criminal.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NPCs are people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characters with backstories, social connections, and visual transformations as relationships grow.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4864" cy="64008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IS progress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abstract progress bars. You can see the change from any rooftop. The world literally heals.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400" kern="0" dirty="0">
                <a:solidFill>
                  <a:srgbClr val="E91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KAWAII DEALER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banned cuteness.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brought it back.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743200" cy="45720"/>
          </a:xfrm>
          <a:prstGeom prst="rect">
            <a:avLst/>
          </a:prstGeom>
          <a:solidFill>
            <a:srgbClr val="E91E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 •  Three.js + Vite  •  Playable prototype live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kawaii-d.vercel.app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2D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Kawaii Dealer — Game Concept</dc:title>
  <dc:subject>PptxGenJS Presentation</dc:subject>
  <dc:creator>Isaac</dc:creator>
  <cp:lastModifiedBy>Isaac</cp:lastModifiedBy>
  <cp:revision>1</cp:revision>
  <dcterms:created xsi:type="dcterms:W3CDTF">2026-03-24T03:43:40Z</dcterms:created>
  <dcterms:modified xsi:type="dcterms:W3CDTF">2026-03-24T03:43:40Z</dcterms:modified>
</cp:coreProperties>
</file>